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 standalone="yes"?><p:sld xmlns:p="http://schemas.openxmlformats.org/presentationml/2006/main"><p:cSld><p:spTree><p:nvGrpSpPr><p:cNvPr id="1" name=""/><p:cNvGrpSpPr/><p:nvPr/></p:nvGrpSpPr><p:sp><p:nvSpPr><p:cNvPr id="2" name="Title"/><p:cNvSpPr><a:spLocks noGrp="1" xmlns:a="http://schemas.openxmlformats.org/drawingml/2006/main"/></p:cNvSpPr><p:nvPr><p:ph type="title"/></p:nvPr></p:nvSpPr><p:txBody><a:bodyPr xmlns:a="http://schemas.openxmlformats.org/drawingml/2006/main"/><a:lstStyle/><a:p><a:r><a:rPr lang="en-US" sz="1800"/><a:t>Introduction to ML</a:t></a:r></a:p></p:txBody></p:sp></p:spTree></p:cSld></p:sld>
</file>